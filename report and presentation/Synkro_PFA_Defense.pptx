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52B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52B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END-OF-YEAR INTERNSHIP REPORT (PFA)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Synkro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 Collaborative Project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Task Management Platform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19456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57200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 Ouerhani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Supervisor 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Mkaissi Khalil — Kernel Solution &amp; Innovation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ISLAIB — Licence GLSI — Academic Year 2025–2026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784848"/>
            <a:ext cx="641668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83336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5F6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C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1929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company, the market, and the problem Synkro addresses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1576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C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2770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methodology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actors, tech stack, and the Agile sprint plan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5701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C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0020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sprints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557016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project &amp; task management, real-time collaboration, admin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5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9826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C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00200" y="4453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results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0" y="4398264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built, and what the platform looks like today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3951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23951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C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600200" y="52943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next steps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5239512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gained, challenges, and where Synkro goes from here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925005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Solution &amp; Innovation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agency in Hammam-Lif, Tunisia, with over seven years of experience turning client ideas into complete digital products — custom software, mobile apps, web design, and digital marketing.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(PFA) was self-directed: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 over the topic and the implementation, under the professional supervision of the agency's CEO, within its own Agile delivery culture.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6916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7360920" y="1664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60920" y="1947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goals, define roadmap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26580" y="2194560"/>
            <a:ext cx="0" cy="502920"/>
          </a:xfrm>
          <a:prstGeom prst="line">
            <a:avLst/>
          </a:prstGeom>
          <a:noFill/>
          <a:ln w="19050">
            <a:solidFill>
              <a:srgbClr val="D7D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7432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7360920" y="2715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60920" y="2999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modern technologies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26580" y="3246120"/>
            <a:ext cx="0" cy="502920"/>
          </a:xfrm>
          <a:prstGeom prst="line">
            <a:avLst/>
          </a:prstGeom>
          <a:noFill/>
          <a:ln w="19050">
            <a:solidFill>
              <a:srgbClr val="D7D9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37947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7360920" y="3767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60920" y="40507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quality before launch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26580" y="4297680"/>
            <a:ext cx="0" cy="502920"/>
          </a:xfrm>
          <a:prstGeom prst="line">
            <a:avLst/>
          </a:prstGeom>
          <a:noFill/>
          <a:ln w="19050">
            <a:solidFill>
              <a:srgbClr val="D7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48463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7360920" y="4818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Support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60920" y="51023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and support ongoing use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2566673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gap in existing project management tools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need simplicity, live collaboration, and fine-grained role control together — a combination the market rarely offers in one lightweight product.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075688" cy="2377440"/>
          </a:xfrm>
          <a:prstGeom prst="roundRect">
            <a:avLst>
              <a:gd name="adj" fmla="val 3524"/>
            </a:avLst>
          </a:prstGeom>
          <a:solidFill>
            <a:srgbClr val="F5F6FC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2450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Trello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" y="2926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simple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real-time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07208" y="2286000"/>
            <a:ext cx="2075688" cy="2377440"/>
          </a:xfrm>
          <a:prstGeom prst="roundRect">
            <a:avLst>
              <a:gd name="adj" fmla="val 3524"/>
            </a:avLst>
          </a:prstGeom>
          <a:solidFill>
            <a:srgbClr val="F5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2953512" y="2450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Asana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53512" y="2926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learn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53512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Moderate real-time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53512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Moderate roles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65776" y="2286000"/>
            <a:ext cx="2075688" cy="2377440"/>
          </a:xfrm>
          <a:prstGeom prst="roundRect">
            <a:avLst>
              <a:gd name="adj" fmla="val 3524"/>
            </a:avLst>
          </a:prstGeom>
          <a:solidFill>
            <a:srgbClr val="F5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450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Steep learning curve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0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Moderate real-time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roles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24344" y="2286000"/>
            <a:ext cx="2075688" cy="2377440"/>
          </a:xfrm>
          <a:prstGeom prst="roundRect">
            <a:avLst>
              <a:gd name="adj" fmla="val 3524"/>
            </a:avLst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7470648" y="2450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ClickUp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70648" y="2926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Steep learning curve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70648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Moderate real-time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70648" y="3931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roles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82912" y="2194560"/>
            <a:ext cx="2075688" cy="2560320"/>
          </a:xfrm>
          <a:prstGeom prst="roundRect">
            <a:avLst>
              <a:gd name="adj" fmla="val 3524"/>
            </a:avLst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9729216" y="2377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Synkro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29216" y="28803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&amp; fast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29216" y="3383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True real-time (WS)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729216" y="3886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granular roles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029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simple tools sacrifice roles and real-time depth; complete tools become heavy. Synkro targets that gap.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3208341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Synkro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web platform where teams create projects, assign role-based responsibilities, move tasks through a clear status workflow, and stay instantly informed — all built solo in seven weeks.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72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projects: Owner, Manager, Member, Tester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484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task lifecycle with checklists &amp; deliverables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239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powered by WebSockets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27448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994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Administration, moderation &amp; analytics layer</a:t>
            </a:r>
            <a:endParaRPr lang="en-US" sz="1300" dirty="0"/>
          </a:p>
        </p:txBody>
      </p:sp>
      <p:pic>
        <p:nvPicPr>
          <p:cNvPr id="16" name="Image 0" descr="/home/claude/work/build/assets/screenshot_sprint1_regist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08760"/>
            <a:ext cx="5532120" cy="263296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126480" y="1508760"/>
            <a:ext cx="5532120" cy="2632965"/>
          </a:xfrm>
          <a:prstGeom prst="rect">
            <a:avLst/>
          </a:prstGeom>
          <a:ln w="12700">
            <a:solidFill>
              <a:srgbClr val="D7D9E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3850009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6F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600200" y="1783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complete, usable platform within a seven-week internship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1600200" y="26974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Fine-grained, role-based access control across every project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600200" y="36118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real-time collaboration via WebSockets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1600200" y="45262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moderation tooling for a healthy platform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55778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1600200" y="54406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internship itself as an Agile, sprint-based process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4491677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roles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6F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41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80720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a project, including archiving and role management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920240"/>
            <a:ext cx="411480" cy="411480"/>
          </a:xfrm>
          <a:prstGeom prst="ellipse">
            <a:avLst/>
          </a:prstGeom>
          <a:solidFill>
            <a:srgbClr val="6D6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441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80720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assigns tasks; manages other members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1920240"/>
            <a:ext cx="411480" cy="411480"/>
          </a:xfrm>
          <a:prstGeom prst="ellipse">
            <a:avLst/>
          </a:prstGeom>
          <a:solidFill>
            <a:srgbClr val="8B84F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441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80720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assigned tasks, checklists and deliverables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06240"/>
            <a:ext cx="411480" cy="411480"/>
          </a:xfrm>
          <a:prstGeom prst="ellipse">
            <a:avLst/>
          </a:prstGeom>
          <a:solidFill>
            <a:srgbClr val="ABA5F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27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09320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submitted work with restricted permissions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977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4206240"/>
            <a:ext cx="411480" cy="411480"/>
          </a:xfrm>
          <a:prstGeom prst="ellipse">
            <a:avLst/>
          </a:prstGeom>
          <a:solidFill>
            <a:srgbClr val="252B4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727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509320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Moderates users and content, handles support tickets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39776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5F6FC"/>
          </a:solidFill>
          <a:ln/>
        </p:spPr>
      </p:sp>
      <p:sp>
        <p:nvSpPr>
          <p:cNvPr id="28" name="Shape 26"/>
          <p:cNvSpPr/>
          <p:nvPr/>
        </p:nvSpPr>
        <p:spPr>
          <a:xfrm>
            <a:off x="8366760" y="4206240"/>
            <a:ext cx="411480" cy="411480"/>
          </a:xfrm>
          <a:prstGeom prst="ellipse">
            <a:avLst/>
          </a:prstGeom>
          <a:solidFill>
            <a:srgbClr val="121631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4727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Superadmin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66760" y="509320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Promotes/demotes admins, reviews suspension appeals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5133345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tech stack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Agile, sprint-based delivery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sole developer and de facto product owner, the internship followed a planning sprint (Sprint 0) plus four development sprints, each shipping a working, demonstrable increment — modeled beforehand with UML use case, sequence, and class diagrams.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DEB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89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43891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DEBFC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4389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Inertia.js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0" y="43891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D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4389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Reverb (WS)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DEB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920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31720" y="48920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DEBFC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48920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0" y="48920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DEBF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48920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50" dirty="0"/>
          </a:p>
        </p:txBody>
      </p:sp>
      <p:pic>
        <p:nvPicPr>
          <p:cNvPr id="22" name="Image 0" descr="/home/claude/work/build/assets/fig_uc_gene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554480"/>
            <a:ext cx="5486400" cy="42190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5775014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 — June 15 to July 31, 2026</a:t>
            </a:r>
            <a:endParaRPr lang="en-US" sz="3200" dirty="0"/>
          </a:p>
        </p:txBody>
      </p:sp>
      <p:pic>
        <p:nvPicPr>
          <p:cNvPr id="7" name="Image 0" descr="/home/claude/work/build/assets/fig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600200"/>
            <a:ext cx="9509760" cy="3770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50799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full working weeks, split into one planning sprint and four development sprints — two weeks each for the functional core (auth, project &amp; task management), one week each for the lighter, incremental features that follow.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6416682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FOUR SPRINTS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— Authentication &amp; User Management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22 – July 3, 2026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928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with e-mail verification, login &amp; logout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511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and full profile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95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dark &amp; black appearance themes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679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 of active sessions (“logged in devices”)</a:t>
            </a:r>
            <a:endParaRPr lang="en-US" sz="1300" dirty="0"/>
          </a:p>
        </p:txBody>
      </p:sp>
      <p:pic>
        <p:nvPicPr>
          <p:cNvPr id="16" name="Image 0" descr="/home/claude/work/build/assets/screenshot_sprint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724078"/>
            <a:ext cx="5532120" cy="264428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126480" y="2724078"/>
            <a:ext cx="5532120" cy="2644284"/>
          </a:xfrm>
          <a:prstGeom prst="rect">
            <a:avLst/>
          </a:prstGeom>
          <a:ln w="12700">
            <a:solidFill>
              <a:srgbClr val="D7D9E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7058350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FOUR SPRINTS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— Project &amp; Task Management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6 – July 17, 2026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928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creation, invitations &amp; role assignment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511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task lifecycle: To Do → In Progress → Submitted → In Review → Done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95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and file/link deliverables per task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679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Kanban-style board updating live for the whole team</a:t>
            </a:r>
            <a:endParaRPr lang="en-US" sz="1300" dirty="0"/>
          </a:p>
        </p:txBody>
      </p:sp>
      <p:pic>
        <p:nvPicPr>
          <p:cNvPr id="16" name="Image 0" descr="/home/claude/work/build/assets/screenshot_sprint2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729947"/>
            <a:ext cx="5532120" cy="263254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126480" y="2729947"/>
            <a:ext cx="5532120" cy="2632546"/>
          </a:xfrm>
          <a:prstGeom prst="rect">
            <a:avLst/>
          </a:prstGeom>
          <a:ln w="12700">
            <a:solidFill>
              <a:srgbClr val="D7D9E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7700018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FOUR SPRINTS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— Real-Time Collaboration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 – July 24, 2026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928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comments &amp; structured reviewer feedback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511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notifications pushed over WebSockets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95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notes and shared project resources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679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activity log for accountability</a:t>
            </a:r>
            <a:endParaRPr lang="en-US" sz="1300" dirty="0"/>
          </a:p>
        </p:txBody>
      </p:sp>
      <p:pic>
        <p:nvPicPr>
          <p:cNvPr id="16" name="Image 0" descr="/home/claude/work/build/assets/screenshot_sprint3_notif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726286"/>
            <a:ext cx="5532120" cy="26398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126480" y="2726286"/>
            <a:ext cx="5532120" cy="2639868"/>
          </a:xfrm>
          <a:prstGeom prst="rect">
            <a:avLst/>
          </a:prstGeom>
          <a:ln w="12700">
            <a:solidFill>
              <a:srgbClr val="D7D9E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8341686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FOUR SPRINTS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 — Administration &amp; Analytics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27 – July 31, 2026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928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with role promotion/demotion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511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workflow with a formal appeal process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95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/ support ticket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82296" cy="822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679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analytics dashboard for admins</a:t>
            </a:r>
            <a:endParaRPr lang="en-US" sz="1300" dirty="0"/>
          </a:p>
        </p:txBody>
      </p:sp>
      <p:pic>
        <p:nvPicPr>
          <p:cNvPr id="16" name="Image 0" descr="/home/claude/work/build/assets/screenshot_sprint4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87" y="1508760"/>
            <a:ext cx="4471306" cy="50749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656887" y="1508760"/>
            <a:ext cx="4471306" cy="5074920"/>
          </a:xfrm>
          <a:prstGeom prst="rect">
            <a:avLst/>
          </a:prstGeom>
          <a:ln w="12700">
            <a:solidFill>
              <a:srgbClr val="D7D9E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8983354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 &amp; 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200" dirty="0"/>
          </a:p>
        </p:txBody>
      </p:sp>
      <p:pic>
        <p:nvPicPr>
          <p:cNvPr id="7" name="Image 0" descr="/home/claude/work/build/assets/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691640"/>
            <a:ext cx="9692640" cy="59629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9625023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 &amp; 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today, in numbers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86588" y="237744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252B4F"/>
          </a:solidFill>
          <a:ln/>
        </p:spPr>
      </p:sp>
      <p:sp>
        <p:nvSpPr>
          <p:cNvPr id="8" name="Text 6"/>
          <p:cNvSpPr/>
          <p:nvPr/>
        </p:nvSpPr>
        <p:spPr>
          <a:xfrm>
            <a:off x="586588" y="2606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9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69468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1228" y="237744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252B4F"/>
          </a:solidFill>
          <a:ln/>
        </p:spPr>
      </p:sp>
      <p:sp>
        <p:nvSpPr>
          <p:cNvPr id="11" name="Text 9"/>
          <p:cNvSpPr/>
          <p:nvPr/>
        </p:nvSpPr>
        <p:spPr>
          <a:xfrm>
            <a:off x="3421228" y="2606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9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04108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5868" y="237744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25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6255868" y="2606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9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38748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tracked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90508" y="237744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252B4F"/>
          </a:solidFill>
          <a:ln/>
        </p:spPr>
      </p:sp>
      <p:sp>
        <p:nvSpPr>
          <p:cNvPr id="17" name="Text 15"/>
          <p:cNvSpPr/>
          <p:nvPr/>
        </p:nvSpPr>
        <p:spPr>
          <a:xfrm>
            <a:off x="9090508" y="2606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9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73388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growth this month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snapshot from the admin analytics dashboard, built during Sprint 4.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0266691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REFLECTION &amp; 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 &amp; challenges faced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5F6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Laravel ecosystem: policies, jobs, scheduling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9900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+ Inertia.js without a separate REST layer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5570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systems with WebSockets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1239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Relational data modelling at platform scale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Running my own Agile process end to 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1B1F3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Coordinating real-time updates without duplication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29900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Designing a flexible yet simple RBAC model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35570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Prioritizing scope within a fixed seven-week window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E2E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0908359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REFLECTION &amp; 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perspectives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1259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59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73736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/ CAPTCHA and Google sign-in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64808" y="21259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1259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user profiles, separate from account settings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5890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589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20040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Messaging: direct, per-project, and admin broadcast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35890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589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320040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in-app chatbot assistant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50520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052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6634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warnings before suspension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46634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5F6F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4808" y="50520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6464808" y="5052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46634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 across users, projects and tasks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1550027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2B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7132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platform, built solo, in seven weeks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D7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Synkro meets every objective set out at the start of this internship: role-aware collaboration, real-time updates, and a full administration layer — delivered through a disciplined, sprint-based process from requirements to a working product.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i="1" dirty="0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was a complete, hands-on exercise in software engineering — not just a product, but the judgment built while shipping it under real constraints.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926080"/>
            <a:ext cx="5486400" cy="5486400"/>
          </a:xfrm>
          <a:prstGeom prst="ellipse">
            <a:avLst/>
          </a:prstGeom>
          <a:solidFill>
            <a:srgbClr val="252B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C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4206240"/>
            <a:ext cx="182880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8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 Ouerhani  ·  Synkro  ·  ISLAIB — Licence GLSI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84848"/>
            <a:ext cx="12191695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1002975" y="6492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2026-08-18T01:32:46Z</dcterms:created>
  <dcterms:modified xsi:type="dcterms:W3CDTF">2026-08-18T01:32:46Z</dcterms:modified>
</cp:coreProperties>
</file>