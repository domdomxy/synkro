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35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-1645920" y="4572000"/>
            <a:ext cx="3840480" cy="3840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END-OF-YEAR INTERNSHIP REPORT (PFA)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8229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246120"/>
            <a:ext cx="8961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Development of a Collaborative Project</a:t>
            </a:r>
            <a:endParaRPr lang="en-US" sz="1900" dirty="0"/>
          </a:p>
          <a:p>
            <a:pPr marL="0" indent="0">
              <a:buNone/>
            </a:pPr>
            <a:r>
              <a:rPr lang="en-US" sz="190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Task Management Platform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19456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4572000"/>
            <a:ext cx="86868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Supervisor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Mkaissi Khalil — Kernel Solution &amp; Innovation
</a:t>
            </a:r>
            <a:r>
              <a:rPr lang="en-US" sz="13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  </a:t>
            </a: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ISLAIB — Licence GLSI — Academic Year 2025–2026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0" y="6784848"/>
            <a:ext cx="64166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19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28333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600200" y="19293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context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0" y="1874520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company, the market, and the problem Synkro addresses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77240" y="2715768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600200" y="27706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&amp; methodology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943600" y="2715768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actors, tech stack, and the Agile sprint plan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77240" y="3557016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600200" y="36118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sprints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0" y="3557016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Authentication, project &amp; task management, real-time collaboration, admin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77240" y="4398264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1600200" y="44531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results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943600" y="4398264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it's built, and what the platform looks like today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239512"/>
            <a:ext cx="11064240" cy="713232"/>
          </a:xfrm>
          <a:prstGeom prst="roundRect">
            <a:avLst>
              <a:gd name="adj" fmla="val 1025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7240" y="5239512"/>
            <a:ext cx="822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7C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1600200" y="529437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&amp; next steps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943600" y="5239512"/>
            <a:ext cx="53949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gained, challenges, and where Synkro goes from here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92500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Solution &amp; Innovation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669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agency in Hammam-Lif, Tunisia, with over seven years of experience turning client ideas into complete digital products — custom software, mobile apps, web design, and digital marketing.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5669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(PFA) was self-directed: </a:t>
            </a: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autonomy over the topic and the implementation, under the professional supervision of the agency's CEO, within its own Agile delivery culture.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75120" y="1691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67512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1" name="Text 9"/>
          <p:cNvSpPr/>
          <p:nvPr/>
        </p:nvSpPr>
        <p:spPr>
          <a:xfrm>
            <a:off x="7360920" y="166420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360920" y="194767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goals, define roadmap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26580" y="219456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675120" y="274320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675120" y="27432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6" name="Text 14"/>
          <p:cNvSpPr/>
          <p:nvPr/>
        </p:nvSpPr>
        <p:spPr>
          <a:xfrm>
            <a:off x="7360920" y="271576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360920" y="299923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modern technologies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926580" y="324612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675120" y="379476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675120" y="3794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736092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QA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360920" y="405079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quality before launch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26580" y="4297680"/>
            <a:ext cx="0" cy="502920"/>
          </a:xfrm>
          <a:prstGeom prst="line">
            <a:avLst/>
          </a:prstGeom>
          <a:noFill/>
          <a:ln w="1905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675120" y="484632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75120" y="48463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7360920" y="48188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&amp; Support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360920" y="5102352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and support ongoing use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256667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gap in existing project management tools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teams need simplicity, live collaboration, and fine-grained role control together — a combination the market rarely offers in one lightweight product.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94944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Trello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4944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Very simple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94944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Limited real-time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94944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Basic roles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07208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953512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Asana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53512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Easy to learn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53512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953512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roles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065776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212080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Jira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12080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212080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12080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24344" y="2286000"/>
            <a:ext cx="2075688" cy="2377440"/>
          </a:xfrm>
          <a:prstGeom prst="roundRect">
            <a:avLst>
              <a:gd name="adj" fmla="val 3524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470648" y="2450592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ClickUp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470648" y="29260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Steep learning curve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470648" y="34290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Moderate real-time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470648" y="393192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Advanced roles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582912" y="2194560"/>
            <a:ext cx="2075688" cy="2560320"/>
          </a:xfrm>
          <a:prstGeom prst="roundRect">
            <a:avLst>
              <a:gd name="adj" fmla="val 3524"/>
            </a:avLst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729216" y="2377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Synkro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729216" y="288036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 &amp; fast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729216" y="338328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True real-time (WS)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9729216" y="388620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granular roles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48640" y="502920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simple tools sacrifice roles and real-time depth; complete tools become heavy. Synkro targets that gap.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20834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PROJECT CONTEXT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Introducing Synkro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collaborative web platform where teams create projects, assign role-based responsibilities, move tasks through a clear status workflow, and stay instantly informed — all built solo in seven weeks.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300984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3172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Role-aware projects: Owner, Manager, Member, Tester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76472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36484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 with checklists &amp; deliverables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412394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notifications powered by WebSockets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727448"/>
            <a:ext cx="91440" cy="9144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459943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Administration, moderation &amp; analytics layer</a:t>
            </a:r>
            <a:endParaRPr lang="en-US" sz="1300" dirty="0"/>
          </a:p>
        </p:txBody>
      </p:sp>
      <p:pic>
        <p:nvPicPr>
          <p:cNvPr id="16" name="Image 0" descr="/home/claude/work/build/assets/screenshot_sprint1_registration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26480" y="1508760"/>
            <a:ext cx="5532120" cy="263296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1508760"/>
            <a:ext cx="5532120" cy="2632965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3850009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9202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1600200" y="17830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 complete, usable platform within a seven-week internship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6974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777240" y="28346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2834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1600200" y="26974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Fine-grained, role-based access control across every project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611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7240" y="37490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77240" y="37490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1600200" y="36118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real-time collaboration via WebSockets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5262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6634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663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1600200" y="45262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&amp; moderation tooling for a healthy platform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548640" y="5440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77240" y="5577840"/>
            <a:ext cx="502920" cy="50292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77240" y="55778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internship itself as an Agile, sprint-based process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4491677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Actors &amp; roles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77240" y="1920240"/>
            <a:ext cx="411480" cy="41148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 of a project, including archiving and role management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0" y="1920240"/>
            <a:ext cx="411480" cy="411480"/>
          </a:xfrm>
          <a:prstGeom prst="ellipse">
            <a:avLst/>
          </a:prstGeom>
          <a:solidFill>
            <a:srgbClr val="6D63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and assigns tasks; manages other members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38160" y="1691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66760" y="1920240"/>
            <a:ext cx="411480" cy="411480"/>
          </a:xfrm>
          <a:prstGeom prst="ellipse">
            <a:avLst/>
          </a:prstGeom>
          <a:solidFill>
            <a:srgbClr val="8B8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366760" y="2441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Member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807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assigned tasks, checklists and deliverables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77240" y="4206240"/>
            <a:ext cx="411480" cy="411480"/>
          </a:xfrm>
          <a:prstGeom prst="ellipse">
            <a:avLst/>
          </a:prstGeom>
          <a:solidFill>
            <a:srgbClr val="ABA5F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7724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Tester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7724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submitted work with restricted permissions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4340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572000" y="4206240"/>
            <a:ext cx="411480" cy="41148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57200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Administrator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Moderates users, handles tickets and appeals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138160" y="397764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8366760" y="4206240"/>
            <a:ext cx="411480" cy="411480"/>
          </a:xfrm>
          <a:prstGeom prst="ellipse">
            <a:avLst/>
          </a:prstGeom>
          <a:solidFill>
            <a:srgbClr val="12163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366760" y="4727448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Superadmin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366760" y="5093208"/>
            <a:ext cx="3063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Promotes/demotes users, deletes accounts, edits user info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513334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Methodology &amp; tech stack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Agile, sprint-based delivery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5120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sole developer and de facto product owner, the internship followed a planning sprint (Sprint 0) plus four development sprints, each shipping a working, demonstrable increment — modeled beforehand with UML use case, sequence, and class diagrams.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9319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13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33172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Inertia.js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0" y="438912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0" y="43891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Reverb (WS)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4864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33172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33172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0" y="4892040"/>
            <a:ext cx="1645920" cy="384048"/>
          </a:xfrm>
          <a:prstGeom prst="roundRect">
            <a:avLst>
              <a:gd name="adj" fmla="val 50000"/>
            </a:avLst>
          </a:prstGeom>
          <a:solidFill>
            <a:srgbClr val="EDEB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0" y="489204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</a:t>
            </a:r>
            <a:endParaRPr lang="en-US" sz="1050" dirty="0"/>
          </a:p>
        </p:txBody>
      </p:sp>
      <p:pic>
        <p:nvPicPr>
          <p:cNvPr id="22" name="Image 0" descr="/home/claude/work/build/assets/fig_uc_genera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72200" y="1554480"/>
            <a:ext cx="5486400" cy="421907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577501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SOLUTION &amp; METHODOLOGY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planning — June 15 to July 31, 2026</a:t>
            </a:r>
            <a:endParaRPr lang="en-US" sz="3200" dirty="0"/>
          </a:p>
        </p:txBody>
      </p:sp>
      <p:pic>
        <p:nvPicPr>
          <p:cNvPr id="7" name="Image 0" descr="/home/claude/work/build/assets/fig_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968" y="1600200"/>
            <a:ext cx="9509760" cy="377063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5507994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full working weeks, split into one planning sprint and four development sprints — two weeks each for the functional core (auth, project &amp; task management), one week each for the lighter, incremental features that follow.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6416682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1 — Authentication &amp; User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22 – July 3,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with e-mail verification, login &amp; logout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reset and full profile management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dark &amp; black appearance themes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 of active sessions (“logged in devices”)</a:t>
            </a:r>
            <a:endParaRPr lang="en-US" sz="1300" dirty="0"/>
          </a:p>
        </p:txBody>
      </p:sp>
      <p:pic>
        <p:nvPicPr>
          <p:cNvPr id="16" name="Image 0" descr="/home/claude/work/build/assets/screenshot_sprint1_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4078"/>
            <a:ext cx="5532120" cy="26442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4078"/>
            <a:ext cx="5532120" cy="2644284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058350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2 — Project &amp; Task Management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6 – July 17,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creation, invitations &amp; role assignment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task lifecycle: To Do → In Progress → Submitted → In Review → Done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Checklists and file/link deliverables per task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Kanban-style board updating live for the whole team</a:t>
            </a:r>
            <a:endParaRPr lang="en-US" sz="1300" dirty="0"/>
          </a:p>
        </p:txBody>
      </p:sp>
      <p:pic>
        <p:nvPicPr>
          <p:cNvPr id="16" name="Image 0" descr="/home/claude/work/build/assets/screenshot_sprint2_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9947"/>
            <a:ext cx="5532120" cy="2632546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9947"/>
            <a:ext cx="5532120" cy="2632546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7700018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3 — Real-Time Collaboration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 – July 24,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comments &amp; structured reviewer feedback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notifications pushed over WebSockets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notes and shared project resources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activity log for accountability</a:t>
            </a:r>
            <a:endParaRPr lang="en-US" sz="1300" dirty="0"/>
          </a:p>
        </p:txBody>
      </p:sp>
      <p:pic>
        <p:nvPicPr>
          <p:cNvPr id="16" name="Image 0" descr="/home/claude/work/build/assets/screenshot_sprint3_notific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2726286"/>
            <a:ext cx="5532120" cy="263986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126480" y="2726286"/>
            <a:ext cx="5532120" cy="2639868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8341686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THE FOUR SPRINTS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5440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Sprint 4 — Administration &amp;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27 – July 31, 2026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029968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77240" y="189280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 with role promotion/demotion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688336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77240" y="255117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Suspension workflow with a formal appeal process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46704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77240" y="3209544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/ support ticket tracking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005072"/>
            <a:ext cx="82296" cy="82296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77240" y="38679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Platform-wide analytics dashboard for admins</a:t>
            </a:r>
            <a:endParaRPr lang="en-US" sz="1300" dirty="0"/>
          </a:p>
        </p:txBody>
      </p:sp>
      <p:pic>
        <p:nvPicPr>
          <p:cNvPr id="16" name="Image 0" descr="/home/claude/work/build/assets/screenshot_sprint4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87" y="1508760"/>
            <a:ext cx="4471306" cy="50749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656887" y="1508760"/>
            <a:ext cx="4471306" cy="5074920"/>
          </a:xfrm>
          <a:prstGeom prst="rect">
            <a:avLst/>
          </a:prstGeom>
          <a:ln w="12700">
            <a:solidFill>
              <a:srgbClr val="D7D9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8983354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architecture</a:t>
            </a:r>
            <a:endParaRPr lang="en-US" sz="3200" dirty="0"/>
          </a:p>
        </p:txBody>
      </p:sp>
      <p:pic>
        <p:nvPicPr>
          <p:cNvPr id="7" name="Image 0" descr="/home/claude/work/build/assets/fig_architecture.png"/>
          <p:cNvPicPr>
            <a:picLocks noChangeAspect="1"/>
          </p:cNvPicPr>
          <p:nvPr/>
        </p:nvPicPr>
        <p:blipFill>
          <a:blip r:embed="rId3"/>
          <a:srcRect b="18755"/>
          <a:stretch>
            <a:fillRect/>
          </a:stretch>
        </p:blipFill>
        <p:spPr>
          <a:xfrm>
            <a:off x="1249527" y="1425391"/>
            <a:ext cx="9692640" cy="466558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9625023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ARCHITECTURE &amp; RESULTS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platform today, in numbers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8658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658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76946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registered users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2122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42122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360410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projects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586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5586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3874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tracked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90508" y="2377440"/>
            <a:ext cx="2514600" cy="1920240"/>
          </a:xfrm>
          <a:prstGeom prst="roundRect">
            <a:avLst>
              <a:gd name="adj" fmla="val 4286"/>
            </a:avLst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090508" y="2606040"/>
            <a:ext cx="2514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9C93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+100%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273388" y="35204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growth this month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snapshot from the admin analytics dashboard, built during Sprint 4.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266691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 &amp; challenges faced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gained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Full Laravel ecosystem: policies, jobs, scheduling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React + Inertia.js without a separate REST layer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68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Real-time systems with WebSockets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68680" y="412394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Relational data modelling at platform scale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69087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Running my own Agile process end to 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63640" y="1691640"/>
            <a:ext cx="5349240" cy="4480560"/>
          </a:xfrm>
          <a:prstGeom prst="roundRect">
            <a:avLst>
              <a:gd name="adj" fmla="val 1837"/>
            </a:avLst>
          </a:prstGeom>
          <a:solidFill>
            <a:srgbClr val="1B1F3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9202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faced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3680" y="2423160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Coordinating real-time updates without duplication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83680" y="2990088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Designing a flexible yet simple RBAC model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83680" y="3557016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C7C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Prioritizing scope within a fixed seven-week window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E2E4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0908359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REFLECTION &amp; 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perspectives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749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49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17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2FA / CAPTCHA and Google sign-in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73736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464808" y="212598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64808" y="21259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0" y="173736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user profiles, separate from account settings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49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749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17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Messaging: direct, per-project, and admin broadcast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20040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64808" y="358902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64808" y="35890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132320" y="320040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in-app chatbot assistant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49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49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17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Graduated warnings before suspension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263640" y="4663440"/>
            <a:ext cx="5349240" cy="1234440"/>
          </a:xfrm>
          <a:prstGeom prst="roundRect">
            <a:avLst>
              <a:gd name="adj" fmla="val 5926"/>
            </a:avLst>
          </a:prstGeom>
          <a:solidFill>
            <a:srgbClr val="F5F6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464808" y="5052060"/>
            <a:ext cx="457200" cy="457200"/>
          </a:xfrm>
          <a:prstGeom prst="ellipse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64808" y="50520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132320" y="4663440"/>
            <a:ext cx="42976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search across users, projects and tasks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6784848"/>
            <a:ext cx="11550027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71323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built solo, in seven weeks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" y="1920240"/>
            <a:ext cx="98755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dirty="0">
                <a:solidFill>
                  <a:srgbClr val="D7D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Synkro meets every objective set out at the start of this internship: role-aware collaboration, real-time updates, and a full administration layer — delivered through a disciplined, sprint-based process from requirements to a working product.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9875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50" i="1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internship was a complete, hands-on exercise in software engineering — not just a product, but the judgment built while shipping it under real constraints.</a:t>
            </a:r>
            <a:endParaRPr lang="en-US" sz="15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2926080"/>
            <a:ext cx="5486400" cy="5486400"/>
          </a:xfrm>
          <a:prstGeom prst="ellipse">
            <a:avLst/>
          </a:prstGeom>
          <a:solidFill>
            <a:srgbClr val="252B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2468880"/>
            <a:ext cx="9144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9CA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68680" y="4206240"/>
            <a:ext cx="1828800" cy="1828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6868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38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 Ouerhani  ·  Synkro  ·  ISLAIB — Licence GLSI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3A407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0" y="6784848"/>
            <a:ext cx="12191695" cy="41148"/>
          </a:xfrm>
          <a:prstGeom prst="rect">
            <a:avLst/>
          </a:prstGeom>
          <a:solidFill>
            <a:srgbClr val="4F46E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1002975" y="6492240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B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19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1200</Words>
  <Application>Microsoft Office PowerPoint</Application>
  <PresentationFormat>Widescreen</PresentationFormat>
  <Paragraphs>221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Edem Werhani</cp:lastModifiedBy>
  <cp:revision>2</cp:revision>
  <dcterms:created xsi:type="dcterms:W3CDTF">2026-08-18T01:32:46Z</dcterms:created>
  <dcterms:modified xsi:type="dcterms:W3CDTF">2026-08-20T10:09:51Z</dcterms:modified>
</cp:coreProperties>
</file>