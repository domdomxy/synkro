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·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· Licence GLSI · Academic Year 2025-2026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products: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together,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informed.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increment,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planning: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sprints: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1: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22 -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2: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6 -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Queue, personal My Tasks list with pinning and archiving,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3: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20 -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300" dirty="0"/>
          </a:p>
        </p:txBody>
      </p:sp>
      <p:sp>
        <p:nvSpPr>
          <p:cNvPr id="300" name="Shape 298"/>
          <p:cNvSpPr/>
          <p:nvPr/>
        </p:nvSpPr>
        <p:spPr>
          <a:xfrm>
            <a:off x="548640" y="598017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777240" y="584301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4: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27 -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layer,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engineering: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·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