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26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—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— Licence GLSI — Academic Year 2025–2026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0958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7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8287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 —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43833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 —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04792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 —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65750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26709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48626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 —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984041"/>
            <a:ext cx="5486400" cy="33599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09584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 —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568123"/>
            <a:ext cx="9509760" cy="38347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 —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70543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—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–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31501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—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–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Queue, personal My Tasks list, and bulk task actions for reviewers and managers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92460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—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–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dashboard: activity charts, calendars &amp; My Notes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5341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—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–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14377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27" y="1479208"/>
            <a:ext cx="9692640" cy="4557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75335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3629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7252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8211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 —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 —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—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87667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Registration, e-mail verification, login &amp; session management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Profile, account settings &amp; visual theme management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creation, invitations &amp; role assignment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lifecycle: status, checklists &amp; deliverables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Comments, reviewer feedback &amp; real-time notifications</a:t>
            </a:r>
            <a:endParaRPr lang="en-US" sz="1250" dirty="0"/>
          </a:p>
        </p:txBody>
      </p:sp>
      <p:sp>
        <p:nvSpPr>
          <p:cNvPr id="101" name="Text 101"/>
          <p:cNvSpPr/>
          <p:nvPr/>
        </p:nvSpPr>
        <p:spPr>
          <a:xfrm>
            <a:off x="868680" y="487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Admin: user management, suspension appeals &amp; analytics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Usability: clean, responsive UI on desktop &amp; mobile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Performance: real-time updates with minimal latency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Security: every sensitive action behind role-based authorization</a:t>
            </a:r>
            <a:endParaRPr lang="en-US" sz="1250" dirty="0"/>
          </a:p>
        </p:txBody>
      </p:sp>
      <p:sp>
        <p:nvSpPr>
          <p:cNvPr id="102" name="Text 102"/>
          <p:cNvSpPr/>
          <p:nvPr/>
        </p:nvSpPr>
        <p:spPr>
          <a:xfrm>
            <a:off x="6583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Maintainability: MVC separation &amp; a normalized data model</a:t>
            </a:r>
            <a:endParaRPr lang="en-US" sz="1250" dirty="0"/>
          </a:p>
        </p:txBody>
      </p:sp>
      <p:sp>
        <p:nvSpPr>
          <p:cNvPr id="103" name="Text 103"/>
          <p:cNvSpPr/>
          <p:nvPr/>
        </p:nvSpPr>
        <p:spPr>
          <a:xfrm>
            <a:off x="6583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Dark, light &amp; custom colour themes for user comfort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