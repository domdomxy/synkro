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5" r:id="rId26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  <Relationship Id="rId26" Type="http://schemas.openxmlformats.org/officeDocument/2006/relationships/slide" Target="slides/slide20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35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645920" y="4572000"/>
            <a:ext cx="3840480" cy="3840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END-OF-YEAR INTERNSHIP REPORT (PFA)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8961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Development of a Collaborative Project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Task Management Platform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19456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4572000"/>
            <a:ext cx="8686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Supervisor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Mkaissi Khalil — Kernel Solution &amp; Innovation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ISLAIB — Licence GLSI — Academic Year 2025–2026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0" y="6784848"/>
            <a:ext cx="60958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9170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600200" y="19293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0" y="1874520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company, the market, and the problem Synkro addresses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2715768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600200" y="277063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0" y="2715768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actors, tech stack, and the Agile sprint plan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3557016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600200" y="36118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0" y="3557016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project &amp; task management, real-time collaboration, admin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398264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4398264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600200" y="445312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results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943600" y="4398264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built, and what the platform looks like today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239512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77240" y="5239512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600200" y="529437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next steps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943600" y="5239512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gained, challenges, and where Synkro goes from here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82875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Kernel Solution &amp; Innovation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agency in Hammam-Lif, Tunisia, with over seven years of experience turning client ideas into complete digital products — custom software, mobile apps, web design, and digital marketing.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5669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(PFA) was self-directed: </a:t>
            </a: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autonomy over the topic and the implementation, under the professional supervision of the agency's CEO, within its own Agile delivery culture.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75120" y="1691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67512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1" name="Text 9"/>
          <p:cNvSpPr/>
          <p:nvPr/>
        </p:nvSpPr>
        <p:spPr>
          <a:xfrm>
            <a:off x="7360920" y="166420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360920" y="194767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goals, define roadmap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26580" y="219456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75120" y="274320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6" name="Text 14"/>
          <p:cNvSpPr/>
          <p:nvPr/>
        </p:nvSpPr>
        <p:spPr>
          <a:xfrm>
            <a:off x="7360920" y="271576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360920" y="299923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modern technologies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926580" y="324612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675120" y="379476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75120" y="3794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7360920" y="37673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QA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360920" y="405079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quality before launch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926580" y="429768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675120" y="484632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75120" y="4846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7360920" y="48188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&amp; Support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360920" y="510235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and support ongoing use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2438339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gap in existing project management tools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teams need simplicity, live collaboration, and fine-grained role control together — a combination the market rarely offers in one lightweight product.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94944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Trello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4944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Very simple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94944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real-time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94944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Basic roles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807208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953512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Asana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953512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Easy to learn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53512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953512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roles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65776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12080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Jira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12080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212080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12080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24344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470648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ClickUp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70648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470648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70648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582912" y="2194560"/>
            <a:ext cx="2075688" cy="2560320"/>
          </a:xfrm>
          <a:prstGeom prst="roundRect">
            <a:avLst>
              <a:gd name="adj" fmla="val 3524"/>
            </a:avLst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729216" y="23774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729216" y="288036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&amp; fast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729216" y="33832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True real-time (WS)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729216" y="38862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granular roles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5029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simple tools sacrifice roles and real-time depth; complete tools become heavy. Synkro targets that gap.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04792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Synkro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collaborative web platform where teams create projects, assign role-based responsibilities, move tasks through a clear status workflow, and stay instantly informed — all built solo in seven weeks.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300984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31729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projects: Owner, Manager, Member, Tester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776472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6484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 with checklists &amp; deliverables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412394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notifications powered by WebSockets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27448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45994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Administration, moderation &amp; analytics layer</a:t>
            </a:r>
            <a:endParaRPr lang="en-US" sz="1300" dirty="0"/>
          </a:p>
        </p:txBody>
      </p:sp>
      <p:pic>
        <p:nvPicPr>
          <p:cNvPr id="16" name="Image 0" descr="/home/claude/work/build/assets/screenshot_sprint1_registra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26480" y="1508760"/>
            <a:ext cx="5532120" cy="263296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1508760"/>
            <a:ext cx="5532120" cy="2632965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65750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0" name="Text 8"/>
          <p:cNvSpPr/>
          <p:nvPr/>
        </p:nvSpPr>
        <p:spPr>
          <a:xfrm>
            <a:off x="1600200" y="17830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complete, usable platform within a seven-week internship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77240" y="2834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2834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4" name="Text 12"/>
          <p:cNvSpPr/>
          <p:nvPr/>
        </p:nvSpPr>
        <p:spPr>
          <a:xfrm>
            <a:off x="1600200" y="26974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Fine-grained, role-based access control across every project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6118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77240" y="37490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3749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18" name="Text 16"/>
          <p:cNvSpPr/>
          <p:nvPr/>
        </p:nvSpPr>
        <p:spPr>
          <a:xfrm>
            <a:off x="1600200" y="36118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real-time collaboration via WebSockets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6634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663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2" name="Text 20"/>
          <p:cNvSpPr/>
          <p:nvPr/>
        </p:nvSpPr>
        <p:spPr>
          <a:xfrm>
            <a:off x="1600200" y="45262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&amp; moderation tooling for a healthy platform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77240" y="55778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77240" y="5577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1600200" y="54406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internship itself as an Agile, sprint-based process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426709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Actors &amp; roles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411480" cy="41148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of a project, including archiving and role management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0" y="1920240"/>
            <a:ext cx="411480" cy="411480"/>
          </a:xfrm>
          <a:prstGeom prst="ellipse">
            <a:avLst/>
          </a:prstGeom>
          <a:solidFill>
            <a:srgbClr val="6D6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assigns tasks; manages other members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66760" y="1920240"/>
            <a:ext cx="411480" cy="411480"/>
          </a:xfrm>
          <a:prstGeom prst="ellipse">
            <a:avLst/>
          </a:prstGeom>
          <a:solidFill>
            <a:srgbClr val="8B8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6676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assigned tasks, checklists and deliverables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206240"/>
            <a:ext cx="411480" cy="411480"/>
          </a:xfrm>
          <a:prstGeom prst="ellipse">
            <a:avLst/>
          </a:prstGeom>
          <a:solidFill>
            <a:srgbClr val="ABA5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submitted work with restricted permissions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4340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72000" y="4206240"/>
            <a:ext cx="411480" cy="411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Administrator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Moderates users, handles tickets and appeals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3816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366760" y="4206240"/>
            <a:ext cx="411480" cy="411480"/>
          </a:xfrm>
          <a:prstGeom prst="ellipse">
            <a:avLst/>
          </a:prstGeom>
          <a:solidFill>
            <a:srgbClr val="1216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36676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Superadmin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6676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Promotes/demotes users, deletes accounts, edits user info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548626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&amp; tech stack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Agile, sprint-based delivery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sole developer and de facto product owner, the internship followed a planning sprint (Sprint 0) plus four development sprints, each shipping a working, demonstrable increment — modeled beforehand with UML use case, sequence, and class diagrams.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13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33172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Inertia.js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11480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Reverb (WS)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33172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3172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1480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050" dirty="0"/>
          </a:p>
        </p:txBody>
      </p:sp>
      <p:pic>
        <p:nvPicPr>
          <p:cNvPr id="22" name="Image 0" descr="/home/claude/work/build/assets/fig_uc_gener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72200" y="1984041"/>
            <a:ext cx="5486400" cy="335995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609584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planning — June 15 to July 31, 2026</a:t>
            </a:r>
            <a:endParaRPr lang="en-US" sz="3200" dirty="0"/>
          </a:p>
        </p:txBody>
      </p:sp>
      <p:pic>
        <p:nvPicPr>
          <p:cNvPr id="7" name="Image 0" descr="/home/claude/work/build/assets/fig_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968" y="1568123"/>
            <a:ext cx="9509760" cy="38347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507994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full working weeks, split into one planning sprint and four development sprints — two weeks each for the functional core (auth, project &amp; task management), one week each for the lighter, incremental features that follow.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6705432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— Authentication &amp; User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22 – July 3,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with e-mail verification, login &amp; logout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reset and full profile management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dark &amp; black appearance themes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list of active sessions (“logged in devices”)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deactivation, reactivated automatically on next login</a:t>
            </a:r>
            <a:endParaRPr lang="en-US" sz="1300" dirty="0"/>
          </a:p>
        </p:txBody>
      </p:sp>
      <p:pic>
        <p:nvPicPr>
          <p:cNvPr id="16" name="Image 0" descr="/home/claude/work/build/assets/screenshot_sprint1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4078"/>
            <a:ext cx="5532120" cy="264428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4078"/>
            <a:ext cx="5532120" cy="2644284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315017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 — Project &amp; Task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6 – July 17,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creation, invitations &amp; role assignment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lifecycle: To Do → In Progress → Submitted → In Review → Done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Checklists and file/link deliverables per task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Kanban-style board updating live for the whole team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Queue and bulk task actions for reviewers and managers</a:t>
            </a:r>
            <a:endParaRPr lang="en-US" sz="1300" dirty="0"/>
          </a:p>
        </p:txBody>
      </p:sp>
      <p:pic>
        <p:nvPicPr>
          <p:cNvPr id="16" name="Image 0" descr="/home/claude/work/build/assets/screenshot_sprint2_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9947"/>
            <a:ext cx="5532120" cy="263254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9947"/>
            <a:ext cx="5532120" cy="2632546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924602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3 — Real-Time Collaboration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 – July 24,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comments &amp; structured reviewer feedback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notifications pushed over WebSockets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notes and shared project resources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 activity log for accountability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Per-project and per-task notification muting</a:t>
            </a:r>
            <a:endParaRPr lang="en-US" sz="1300" dirty="0"/>
          </a:p>
        </p:txBody>
      </p:sp>
      <p:pic>
        <p:nvPicPr>
          <p:cNvPr id="16" name="Image 0" descr="/home/claude/work/build/assets/screenshot_sprint3_notific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6286"/>
            <a:ext cx="5532120" cy="263986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6286"/>
            <a:ext cx="5532120" cy="2639868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853418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4 — Administration &amp;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27 – July 31,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with role promotion/demotion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 workflow with a formal appeal process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/ support ticket tracking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Platform-wide analytics dashboard for admins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temporary passwords &amp; configurable feedback categories</a:t>
            </a:r>
            <a:endParaRPr lang="en-US" sz="1300" dirty="0"/>
          </a:p>
        </p:txBody>
      </p:sp>
      <p:pic>
        <p:nvPicPr>
          <p:cNvPr id="16" name="Image 0" descr="/home/claude/work/build/assets/screenshot_sprint4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87" y="1508760"/>
            <a:ext cx="4471306" cy="50749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656887" y="1508760"/>
            <a:ext cx="4471306" cy="5074920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914377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architecture</a:t>
            </a:r>
            <a:endParaRPr lang="en-US" sz="3200" dirty="0"/>
          </a:p>
        </p:txBody>
      </p:sp>
      <p:pic>
        <p:nvPicPr>
          <p:cNvPr id="7" name="Image 0" descr="/home/claude/work/build/assets/fig_architectur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49527" y="1479208"/>
            <a:ext cx="9692640" cy="45579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975335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platform today, in numbers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8658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8658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6946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2122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2122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60410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projects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5586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5586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43874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tracked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9050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9050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+100%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927338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growth this month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snapshot from the admin analytics dashboard, built during Sprint 4.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36294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 &amp; challenges faced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Laravel ecosystem: policies, jobs, scheduling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React + Inertia.js without a separate REST layer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systems with WebSockets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412394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Relational data modelling at platform scale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69087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Running my own Agile process end to end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faced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Coordinating real-time updates without duplication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Designing a flexible yet simple RBAC model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Prioritizing scope within a fixed seven-week window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97252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9808" y="21259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49808" y="21259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417320" y="173736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/ CAPTCHA and Google sign-in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64808" y="21259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64808" y="21259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0" y="173736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user profiles, separate from account settings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2004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49808" y="358902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49808" y="35890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17320" y="320040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Messaging: direct, per-project, and admin broadcast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2004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64808" y="358902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64808" y="35890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0" y="320040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in-app chatbot assistant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6634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49808" y="50520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49808" y="50520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17320" y="466344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Graduated warnings before suspension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263640" y="46634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464808" y="50520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64808" y="50520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0" y="466344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search across users, projects and tasks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1582110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713232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platform, built solo, in seven weeks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1920240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D7D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Synkro meets every objective set out at the start of this internship: role-aware collaboration, real-time updates, and a full administration layer — delivered through a disciplined, sprint-based process from requirements to a working product.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was a complete, hands-on exercise in software engineering — not just a product, but the judgment built while shipping it under real constraints.</a:t>
            </a:r>
            <a:endParaRPr lang="en-US" sz="15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2926080"/>
            <a:ext cx="5486400" cy="54864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68680" y="4206240"/>
            <a:ext cx="182880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38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  ·  Synkro  ·  ISLAIB — Licence GLSI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487667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specification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requirements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Registration, e-mail verification, login &amp; session management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91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Profile, account settings &amp; visual theme management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40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Project creation, invitations &amp; role assignment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389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Task lifecycle: status, checklists &amp; deliverables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38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Comments, reviewer feedback &amp; real-time notifications</a:t>
            </a:r>
            <a:endParaRPr lang="en-US" sz="1250" dirty="0"/>
          </a:p>
        </p:txBody>
      </p:sp>
      <p:sp>
        <p:nvSpPr>
          <p:cNvPr id="101" name="Text 101"/>
          <p:cNvSpPr/>
          <p:nvPr/>
        </p:nvSpPr>
        <p:spPr>
          <a:xfrm>
            <a:off x="868680" y="487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Admin: user management, suspension appeals &amp; analytics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 requirements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242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Usability: clean, responsive UI on desktop &amp; mobile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291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Performance: real-time updates with minimal latency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340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Security: every sensitive action behind role-based authorization</a:t>
            </a:r>
            <a:endParaRPr lang="en-US" sz="1250" dirty="0"/>
          </a:p>
        </p:txBody>
      </p:sp>
      <p:sp>
        <p:nvSpPr>
          <p:cNvPr id="102" name="Text 102"/>
          <p:cNvSpPr/>
          <p:nvPr/>
        </p:nvSpPr>
        <p:spPr>
          <a:xfrm>
            <a:off x="6583680" y="389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Maintainability: MVC separation &amp; a normalized data model</a:t>
            </a:r>
            <a:endParaRPr lang="en-US" sz="1250" dirty="0"/>
          </a:p>
        </p:txBody>
      </p:sp>
      <p:sp>
        <p:nvSpPr>
          <p:cNvPr id="103" name="Text 103"/>
          <p:cNvSpPr/>
          <p:nvPr/>
        </p:nvSpPr>
        <p:spPr>
          <a:xfrm>
            <a:off x="6583680" y="438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Dark, light &amp; custom colour themes for user comfort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1200</Words>
  <Application>Microsoft Office PowerPoint</Application>
  <PresentationFormat>Widescreen</PresentationFormat>
  <Paragraphs>221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Edem Werhani</cp:lastModifiedBy>
  <cp:revision>2</cp:revision>
  <dcterms:created xsi:type="dcterms:W3CDTF">2026-08-18T01:32:46Z</dcterms:created>
  <dcterms:modified xsi:type="dcterms:W3CDTF">2026-08-20T10:09:51Z</dcterms:modified>
</cp:coreProperties>
</file>